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16973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65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01743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20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8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1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3501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1410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43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1547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0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523" y="-284301"/>
            <a:ext cx="8566951" cy="2264021"/>
          </a:xfrm>
        </p:spPr>
        <p:txBody>
          <a:bodyPr>
            <a:normAutofit/>
          </a:bodyPr>
          <a:lstStyle/>
          <a:p>
            <a:r>
              <a:rPr lang="tr-TR" sz="4400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TRI </a:t>
            </a:r>
            <a:br>
              <a:rPr lang="tr-TR" sz="4400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sz="4400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Version </a:t>
            </a:r>
            <a:r>
              <a:rPr sz="4400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Control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7388" y="1870969"/>
            <a:ext cx="6769223" cy="4245746"/>
          </a:xfrm>
        </p:spPr>
        <p:txBody>
          <a:bodyPr>
            <a:normAutofit/>
          </a:bodyPr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CSE 211 – Data Structures Term </a:t>
            </a:r>
            <a:r>
              <a:rPr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Project</a:t>
            </a:r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/>
            </a:r>
            <a:b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/>
            </a:r>
            <a:b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tr-TR" dirty="0" smtClean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tr-TR" dirty="0" err="1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Instructor</a:t>
            </a:r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: Batuhan </a:t>
            </a:r>
            <a:r>
              <a:rPr lang="tr-TR" dirty="0" err="1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Edgüer</a:t>
            </a:r>
            <a:endParaRPr lang="tr-TR" dirty="0" smtClean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endParaRPr lang="tr-TR" dirty="0" smtClean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tr-TR" b="1" u="sng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TEAM MEMBERS</a:t>
            </a:r>
          </a:p>
          <a:p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-Umut Ertuğrul </a:t>
            </a:r>
            <a:r>
              <a:rPr lang="tr-TR" dirty="0" err="1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Daşgın</a:t>
            </a:r>
            <a:endParaRPr lang="tr-TR" dirty="0" smtClean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-Alp Dikmen</a:t>
            </a:r>
          </a:p>
          <a:p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-Deniz Kayra Aydın</a:t>
            </a:r>
          </a:p>
          <a:p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-Ömer Kağan Zafer</a:t>
            </a:r>
          </a:p>
          <a:p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-Eren </a:t>
            </a:r>
            <a:r>
              <a:rPr lang="tr-TR" dirty="0" err="1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Kocagökcen</a:t>
            </a:r>
            <a: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/>
            </a:r>
            <a:br>
              <a:rPr lang="tr-TR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Project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Modern software development requires tracking changes over time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Version Control Systems (VCS) enable collaboration and history tracking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Understanding </a:t>
            </a:r>
            <a:r>
              <a:rPr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Git</a:t>
            </a:r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internals strengthens data structure knowledge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This project implements a simplified VCS from scratch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8678" y="2784"/>
            <a:ext cx="7765322" cy="970450"/>
          </a:xfrm>
        </p:spPr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774" y="795857"/>
            <a:ext cx="2892354" cy="6035510"/>
          </a:xfrm>
        </p:spPr>
        <p:txBody>
          <a:bodyPr>
            <a:normAutofit fontScale="92500" lnSpcReduction="10000"/>
          </a:bodyPr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Design a simplified Version Control System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Support commits, branches, merging, and history visualization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Represent commit history as a Directed Acyclic Graph (DAG)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Each commit is an immutable snapshot with metadata</a:t>
            </a:r>
          </a:p>
        </p:txBody>
      </p:sp>
      <p:pic>
        <p:nvPicPr>
          <p:cNvPr id="2050" name="Picture 2" descr="tri_diagram_v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127" y="1097552"/>
            <a:ext cx="5574580" cy="4953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Core Data Structures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Directed Acyclic Graph (DAG) for commit history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Hash maps for fast commit and branch lookup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Lists/Sets for parent tracking and traversal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Tree-like file snapshots for file versions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24375"/>
            <a:ext cx="7765322" cy="970450"/>
          </a:xfrm>
        </p:spPr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Commit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11" y="915705"/>
            <a:ext cx="7765322" cy="4058751"/>
          </a:xfrm>
        </p:spPr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Unique commit ID (hash)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Parent commit ID(s)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Author and timestamp metadata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Commit message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Snapshot of all tracked files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Immutable once created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963" y="3349842"/>
            <a:ext cx="5486402" cy="32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Branch and 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Branch: named pointer to a commit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Branches move forward with new commits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HEAD: indicates current working position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Attached HEAD points to a branch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Detached HEAD points directly to a commit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Directed Acyclic Graph (DAG)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Each node represents a commit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Edges point from child commit to parent commit(s)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No cycles: commits only reference earlier commits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Merge commits have two parents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Allows efficient history traversal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52" y="4907829"/>
            <a:ext cx="7721549" cy="9595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Core Operations –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Save current working directory state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Create a new commit object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Link commit to its parent (HEAD)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Move current branch pointer forward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804" y="254093"/>
            <a:ext cx="91440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Core Operations – </a:t>
            </a:r>
            <a:r>
              <a:rPr lang="tr-TR" b="1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/>
            </a:r>
            <a:br>
              <a:rPr lang="tr-TR" b="1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b="1" dirty="0" smtClean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Branch </a:t>
            </a:r>
            <a:r>
              <a:rPr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&amp;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Branch: create a new named pointer to current commit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Checkout branch: move HEAD to that branch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Working directory updates to branch snapshot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Checkout commit: detached HEAD state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Core Operations –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Traverse commit history backwards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Follow parent links in the DAG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For merge commits, traverse both parents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Avoid duplicate commit outputs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698050" cy="1485900"/>
          </a:xfrm>
        </p:spPr>
        <p:txBody>
          <a:bodyPr/>
          <a:lstStyle/>
          <a:p>
            <a:r>
              <a:rPr b="1"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Core Operations – Diff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Compare file contents between two commits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Detect added, deleted, and modified lines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Line-by-line comparison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Used during merge and inspection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Merge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Combines two branches into one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Creates a merge commit with two parents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Requires finding a common ancestor (merge base)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Uses three-way merge algorithm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685800"/>
            <a:ext cx="7866725" cy="1485900"/>
          </a:xfrm>
        </p:spPr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Finding Common Ancestor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Traverse ancestors of first branch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Traverse ancestors of second branch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Find the most recent shared commit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Critical for correct merge behavior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Three-Way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Compare: base vs branch A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Compare: base vs branch B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If both branches modify same line differently → conflict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Conflicts must be detected and reported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Sample Input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Initial commit with basic files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Create and switch to feature branch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Modify source code and commit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Switch back to main branch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Modify README and commit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Merge feature into main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8115300" cy="1485900"/>
          </a:xfrm>
        </p:spPr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Demonstrates real-world use of data structures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Deepens understanding of graphs and traversal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Shows practical application of hashing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Builds foundation for advanced systems courses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Implemented a simplified but functional VCS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Used DAG to represent commit history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Supported commits, branches, diff, log, and merge</a:t>
            </a:r>
          </a:p>
          <a:p>
            <a:pPr lvl="1"/>
            <a:r>
              <a:rPr dirty="0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Project mirrors core ideas behind </a:t>
            </a:r>
            <a:r>
              <a:rPr dirty="0" err="1"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Git</a:t>
            </a:r>
            <a:endParaRPr dirty="0"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14:prism isInverted="1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TM10001105[[fn=Kırpma]]</Template>
  <TotalTime>140</TotalTime>
  <Words>491</Words>
  <Application>Microsoft Office PowerPoint</Application>
  <PresentationFormat>Ekran Gösterisi (4:3)</PresentationFormat>
  <Paragraphs>96</Paragraphs>
  <Slides>17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0" baseType="lpstr">
      <vt:lpstr>Cascadia Code SemiBold</vt:lpstr>
      <vt:lpstr>Franklin Gothic Book</vt:lpstr>
      <vt:lpstr>Crop</vt:lpstr>
      <vt:lpstr>TRI  Version Control System</vt:lpstr>
      <vt:lpstr>Project Motivation</vt:lpstr>
      <vt:lpstr>Problem Statement</vt:lpstr>
      <vt:lpstr>Core Data Structures Used</vt:lpstr>
      <vt:lpstr>Commit Object</vt:lpstr>
      <vt:lpstr>Branch and HEAD</vt:lpstr>
      <vt:lpstr>Directed Acyclic Graph (DAG)</vt:lpstr>
      <vt:lpstr>Core Operations – Commit</vt:lpstr>
      <vt:lpstr>Core Operations –  Branch &amp; Checkout</vt:lpstr>
      <vt:lpstr>Core Operations – Log</vt:lpstr>
      <vt:lpstr>Core Operations – Diff</vt:lpstr>
      <vt:lpstr>Merge Operation</vt:lpstr>
      <vt:lpstr>Finding Common Ancestor</vt:lpstr>
      <vt:lpstr>Three-Way Merge</vt:lpstr>
      <vt:lpstr>Sample Input Scenario</vt:lpstr>
      <vt:lpstr>Why This Project Matters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Version Control System</dc:title>
  <dc:subject/>
  <dc:creator>Eren Kocagökcen</dc:creator>
  <cp:keywords/>
  <dc:description>generated using python-pptx</dc:description>
  <cp:lastModifiedBy>msi2050@outlook.com.tr</cp:lastModifiedBy>
  <cp:revision>8</cp:revision>
  <dcterms:created xsi:type="dcterms:W3CDTF">2013-01-27T09:14:16Z</dcterms:created>
  <dcterms:modified xsi:type="dcterms:W3CDTF">2026-01-10T19:39:27Z</dcterms:modified>
  <cp:category/>
</cp:coreProperties>
</file>